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842983-FF74-4FC9-B58A-AD1C78363435}" v="44" dt="2025-12-03T19:51:10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27" autoAdjust="0"/>
    <p:restoredTop sz="48806" autoAdjust="0"/>
  </p:normalViewPr>
  <p:slideViewPr>
    <p:cSldViewPr snapToGrid="0">
      <p:cViewPr varScale="1">
        <p:scale>
          <a:sx n="35" d="100"/>
          <a:sy n="35" d="100"/>
        </p:scale>
        <p:origin x="2117" y="2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-Ting Liu" userId="6120079ba63ac9bf" providerId="LiveId" clId="{FE1D69F3-B300-44C4-9102-29EFCFF60099}"/>
    <pc:docChg chg="undo custSel addSld modSld">
      <pc:chgData name="Yu-Ting Liu" userId="6120079ba63ac9bf" providerId="LiveId" clId="{FE1D69F3-B300-44C4-9102-29EFCFF60099}" dt="2025-12-03T22:32:32.340" v="563" actId="20577"/>
      <pc:docMkLst>
        <pc:docMk/>
      </pc:docMkLst>
      <pc:sldChg chg="modSp mod">
        <pc:chgData name="Yu-Ting Liu" userId="6120079ba63ac9bf" providerId="LiveId" clId="{FE1D69F3-B300-44C4-9102-29EFCFF60099}" dt="2025-12-02T23:14:51.256" v="386" actId="1076"/>
        <pc:sldMkLst>
          <pc:docMk/>
          <pc:sldMk cId="1706734265" sldId="256"/>
        </pc:sldMkLst>
        <pc:spChg chg="mod">
          <ac:chgData name="Yu-Ting Liu" userId="6120079ba63ac9bf" providerId="LiveId" clId="{FE1D69F3-B300-44C4-9102-29EFCFF60099}" dt="2025-12-02T23:14:51.256" v="386" actId="1076"/>
          <ac:spMkLst>
            <pc:docMk/>
            <pc:sldMk cId="1706734265" sldId="256"/>
            <ac:spMk id="2" creationId="{9ABD72A7-1FCC-29EB-B1DA-23B4DE7ADCB0}"/>
          </ac:spMkLst>
        </pc:spChg>
        <pc:spChg chg="mod">
          <ac:chgData name="Yu-Ting Liu" userId="6120079ba63ac9bf" providerId="LiveId" clId="{FE1D69F3-B300-44C4-9102-29EFCFF60099}" dt="2025-12-02T23:14:48.921" v="385" actId="1076"/>
          <ac:spMkLst>
            <pc:docMk/>
            <pc:sldMk cId="1706734265" sldId="256"/>
            <ac:spMk id="3" creationId="{1762F820-93B4-BD09-AEFA-DB833BA22657}"/>
          </ac:spMkLst>
        </pc:spChg>
      </pc:sldChg>
      <pc:sldChg chg="addSp modSp mod modNotesTx">
        <pc:chgData name="Yu-Ting Liu" userId="6120079ba63ac9bf" providerId="LiveId" clId="{FE1D69F3-B300-44C4-9102-29EFCFF60099}" dt="2025-12-03T22:32:07.951" v="555" actId="20577"/>
        <pc:sldMkLst>
          <pc:docMk/>
          <pc:sldMk cId="106206378" sldId="257"/>
        </pc:sldMkLst>
        <pc:spChg chg="mod">
          <ac:chgData name="Yu-Ting Liu" userId="6120079ba63ac9bf" providerId="LiveId" clId="{FE1D69F3-B300-44C4-9102-29EFCFF60099}" dt="2025-12-03T19:31:07.531" v="454" actId="20577"/>
          <ac:spMkLst>
            <pc:docMk/>
            <pc:sldMk cId="106206378" sldId="257"/>
            <ac:spMk id="2" creationId="{035150C3-4F79-38D1-5FE5-1C4F0618460E}"/>
          </ac:spMkLst>
        </pc:spChg>
        <pc:spChg chg="mod">
          <ac:chgData name="Yu-Ting Liu" userId="6120079ba63ac9bf" providerId="LiveId" clId="{FE1D69F3-B300-44C4-9102-29EFCFF60099}" dt="2025-12-03T19:36:50.560" v="514" actId="20577"/>
          <ac:spMkLst>
            <pc:docMk/>
            <pc:sldMk cId="106206378" sldId="257"/>
            <ac:spMk id="3" creationId="{43E3C173-19EC-C09F-AF2A-A5F361CD1144}"/>
          </ac:spMkLst>
        </pc:spChg>
        <pc:spChg chg="add">
          <ac:chgData name="Yu-Ting Liu" userId="6120079ba63ac9bf" providerId="LiveId" clId="{FE1D69F3-B300-44C4-9102-29EFCFF60099}" dt="2025-12-02T22:31:58.336" v="141"/>
          <ac:spMkLst>
            <pc:docMk/>
            <pc:sldMk cId="106206378" sldId="257"/>
            <ac:spMk id="5" creationId="{1FFACDC6-A8C1-8D4A-3FEC-9C5295617C9E}"/>
          </ac:spMkLst>
        </pc:spChg>
        <pc:spChg chg="add mod">
          <ac:chgData name="Yu-Ting Liu" userId="6120079ba63ac9bf" providerId="LiveId" clId="{FE1D69F3-B300-44C4-9102-29EFCFF60099}" dt="2025-12-02T22:32:02.319" v="143"/>
          <ac:spMkLst>
            <pc:docMk/>
            <pc:sldMk cId="106206378" sldId="257"/>
            <ac:spMk id="6" creationId="{D1871283-EE50-9BA9-EF3F-52977D812AF5}"/>
          </ac:spMkLst>
        </pc:spChg>
      </pc:sldChg>
      <pc:sldChg chg="modSp mod">
        <pc:chgData name="Yu-Ting Liu" userId="6120079ba63ac9bf" providerId="LiveId" clId="{FE1D69F3-B300-44C4-9102-29EFCFF60099}" dt="2025-12-03T19:41:10.331" v="521" actId="113"/>
        <pc:sldMkLst>
          <pc:docMk/>
          <pc:sldMk cId="1923343636" sldId="258"/>
        </pc:sldMkLst>
        <pc:spChg chg="mod">
          <ac:chgData name="Yu-Ting Liu" userId="6120079ba63ac9bf" providerId="LiveId" clId="{FE1D69F3-B300-44C4-9102-29EFCFF60099}" dt="2025-12-03T19:41:10.331" v="521" actId="113"/>
          <ac:spMkLst>
            <pc:docMk/>
            <pc:sldMk cId="1923343636" sldId="258"/>
            <ac:spMk id="3" creationId="{1D1779FB-8EBE-FE5C-C55C-DB060D6B643D}"/>
          </ac:spMkLst>
        </pc:spChg>
      </pc:sldChg>
      <pc:sldChg chg="modSp mod modNotesTx">
        <pc:chgData name="Yu-Ting Liu" userId="6120079ba63ac9bf" providerId="LiveId" clId="{FE1D69F3-B300-44C4-9102-29EFCFF60099}" dt="2025-12-03T22:32:13.064" v="556" actId="20577"/>
        <pc:sldMkLst>
          <pc:docMk/>
          <pc:sldMk cId="1505029058" sldId="259"/>
        </pc:sldMkLst>
        <pc:spChg chg="mod">
          <ac:chgData name="Yu-Ting Liu" userId="6120079ba63ac9bf" providerId="LiveId" clId="{FE1D69F3-B300-44C4-9102-29EFCFF60099}" dt="2025-12-02T23:05:26.032" v="236"/>
          <ac:spMkLst>
            <pc:docMk/>
            <pc:sldMk cId="1505029058" sldId="259"/>
            <ac:spMk id="3" creationId="{A6650793-729A-B1A0-8ED9-7BBEB5E0C79E}"/>
          </ac:spMkLst>
        </pc:spChg>
      </pc:sldChg>
      <pc:sldChg chg="addSp delSp modSp mod modNotesTx">
        <pc:chgData name="Yu-Ting Liu" userId="6120079ba63ac9bf" providerId="LiveId" clId="{FE1D69F3-B300-44C4-9102-29EFCFF60099}" dt="2025-12-03T22:32:15.458" v="557" actId="20577"/>
        <pc:sldMkLst>
          <pc:docMk/>
          <pc:sldMk cId="750337262" sldId="260"/>
        </pc:sldMkLst>
        <pc:spChg chg="add del mod">
          <ac:chgData name="Yu-Ting Liu" userId="6120079ba63ac9bf" providerId="LiveId" clId="{FE1D69F3-B300-44C4-9102-29EFCFF60099}" dt="2025-12-02T23:45:07.340" v="396"/>
          <ac:spMkLst>
            <pc:docMk/>
            <pc:sldMk cId="750337262" sldId="260"/>
            <ac:spMk id="4" creationId="{1C3085D8-99B2-A2E6-258D-F9EEFF912611}"/>
          </ac:spMkLst>
        </pc:spChg>
        <pc:picChg chg="del">
          <ac:chgData name="Yu-Ting Liu" userId="6120079ba63ac9bf" providerId="LiveId" clId="{FE1D69F3-B300-44C4-9102-29EFCFF60099}" dt="2025-12-02T23:45:01.755" v="395" actId="478"/>
          <ac:picMkLst>
            <pc:docMk/>
            <pc:sldMk cId="750337262" sldId="260"/>
            <ac:picMk id="5" creationId="{1D5AACF3-B6FD-5B2A-A65D-00B83F7FAC85}"/>
          </ac:picMkLst>
        </pc:picChg>
        <pc:picChg chg="add mod">
          <ac:chgData name="Yu-Ting Liu" userId="6120079ba63ac9bf" providerId="LiveId" clId="{FE1D69F3-B300-44C4-9102-29EFCFF60099}" dt="2025-12-02T23:45:20.191" v="404" actId="14100"/>
          <ac:picMkLst>
            <pc:docMk/>
            <pc:sldMk cId="750337262" sldId="260"/>
            <ac:picMk id="7" creationId="{A771DEEC-6660-328C-190F-8656D4B3FB11}"/>
          </ac:picMkLst>
        </pc:picChg>
      </pc:sldChg>
      <pc:sldChg chg="modSp mod modNotesTx">
        <pc:chgData name="Yu-Ting Liu" userId="6120079ba63ac9bf" providerId="LiveId" clId="{FE1D69F3-B300-44C4-9102-29EFCFF60099}" dt="2025-12-03T22:32:18.112" v="558" actId="20577"/>
        <pc:sldMkLst>
          <pc:docMk/>
          <pc:sldMk cId="1507074301" sldId="261"/>
        </pc:sldMkLst>
        <pc:picChg chg="mod">
          <ac:chgData name="Yu-Ting Liu" userId="6120079ba63ac9bf" providerId="LiveId" clId="{FE1D69F3-B300-44C4-9102-29EFCFF60099}" dt="2025-12-02T22:23:35.281" v="2" actId="1076"/>
          <ac:picMkLst>
            <pc:docMk/>
            <pc:sldMk cId="1507074301" sldId="261"/>
            <ac:picMk id="5" creationId="{EABAEA27-CC9E-A7D7-A8BD-2E6AECD68CAE}"/>
          </ac:picMkLst>
        </pc:picChg>
      </pc:sldChg>
      <pc:sldChg chg="addSp delSp modSp mod modNotesTx">
        <pc:chgData name="Yu-Ting Liu" userId="6120079ba63ac9bf" providerId="LiveId" clId="{FE1D69F3-B300-44C4-9102-29EFCFF60099}" dt="2025-12-03T22:32:21.782" v="559" actId="20577"/>
        <pc:sldMkLst>
          <pc:docMk/>
          <pc:sldMk cId="3223932757" sldId="262"/>
        </pc:sldMkLst>
        <pc:spChg chg="add del mod">
          <ac:chgData name="Yu-Ting Liu" userId="6120079ba63ac9bf" providerId="LiveId" clId="{FE1D69F3-B300-44C4-9102-29EFCFF60099}" dt="2025-12-02T23:43:18.513" v="388"/>
          <ac:spMkLst>
            <pc:docMk/>
            <pc:sldMk cId="3223932757" sldId="262"/>
            <ac:spMk id="4" creationId="{3EEF198B-1F27-2783-987A-D74BBFE9F8B2}"/>
          </ac:spMkLst>
        </pc:spChg>
        <pc:picChg chg="del mod">
          <ac:chgData name="Yu-Ting Liu" userId="6120079ba63ac9bf" providerId="LiveId" clId="{FE1D69F3-B300-44C4-9102-29EFCFF60099}" dt="2025-12-02T23:43:11.321" v="387" actId="478"/>
          <ac:picMkLst>
            <pc:docMk/>
            <pc:sldMk cId="3223932757" sldId="262"/>
            <ac:picMk id="5" creationId="{FC898A03-DD5B-5A52-19AB-203274819E9A}"/>
          </ac:picMkLst>
        </pc:picChg>
        <pc:picChg chg="add mod">
          <ac:chgData name="Yu-Ting Liu" userId="6120079ba63ac9bf" providerId="LiveId" clId="{FE1D69F3-B300-44C4-9102-29EFCFF60099}" dt="2025-12-02T23:43:33.320" v="394" actId="1076"/>
          <ac:picMkLst>
            <pc:docMk/>
            <pc:sldMk cId="3223932757" sldId="262"/>
            <ac:picMk id="7" creationId="{4BAB8D84-16C7-87E8-2858-8A69EC5E2D08}"/>
          </ac:picMkLst>
        </pc:picChg>
      </pc:sldChg>
      <pc:sldChg chg="modNotesTx">
        <pc:chgData name="Yu-Ting Liu" userId="6120079ba63ac9bf" providerId="LiveId" clId="{FE1D69F3-B300-44C4-9102-29EFCFF60099}" dt="2025-12-03T22:32:24.773" v="560" actId="20577"/>
        <pc:sldMkLst>
          <pc:docMk/>
          <pc:sldMk cId="3023268437" sldId="263"/>
        </pc:sldMkLst>
      </pc:sldChg>
      <pc:sldChg chg="modSp mod modNotesTx">
        <pc:chgData name="Yu-Ting Liu" userId="6120079ba63ac9bf" providerId="LiveId" clId="{FE1D69F3-B300-44C4-9102-29EFCFF60099}" dt="2025-12-03T22:32:27.403" v="561" actId="20577"/>
        <pc:sldMkLst>
          <pc:docMk/>
          <pc:sldMk cId="1917936795" sldId="264"/>
        </pc:sldMkLst>
        <pc:picChg chg="mod">
          <ac:chgData name="Yu-Ting Liu" userId="6120079ba63ac9bf" providerId="LiveId" clId="{FE1D69F3-B300-44C4-9102-29EFCFF60099}" dt="2025-12-02T23:47:31.859" v="406" actId="1076"/>
          <ac:picMkLst>
            <pc:docMk/>
            <pc:sldMk cId="1917936795" sldId="264"/>
            <ac:picMk id="5" creationId="{5278D861-B222-7B99-3C1A-6B4B086A3E82}"/>
          </ac:picMkLst>
        </pc:picChg>
      </pc:sldChg>
      <pc:sldChg chg="modSp mod modNotesTx">
        <pc:chgData name="Yu-Ting Liu" userId="6120079ba63ac9bf" providerId="LiveId" clId="{FE1D69F3-B300-44C4-9102-29EFCFF60099}" dt="2025-12-03T22:32:30.005" v="562" actId="20577"/>
        <pc:sldMkLst>
          <pc:docMk/>
          <pc:sldMk cId="4025585327" sldId="265"/>
        </pc:sldMkLst>
        <pc:spChg chg="mod">
          <ac:chgData name="Yu-Ting Liu" userId="6120079ba63ac9bf" providerId="LiveId" clId="{FE1D69F3-B300-44C4-9102-29EFCFF60099}" dt="2025-12-02T23:10:55.493" v="316" actId="14100"/>
          <ac:spMkLst>
            <pc:docMk/>
            <pc:sldMk cId="4025585327" sldId="265"/>
            <ac:spMk id="3" creationId="{6EB3A802-D293-AF46-CA21-9B7AA52D4EC8}"/>
          </ac:spMkLst>
        </pc:spChg>
      </pc:sldChg>
      <pc:sldChg chg="modSp mod modNotesTx">
        <pc:chgData name="Yu-Ting Liu" userId="6120079ba63ac9bf" providerId="LiveId" clId="{FE1D69F3-B300-44C4-9102-29EFCFF60099}" dt="2025-12-03T22:32:32.340" v="563" actId="20577"/>
        <pc:sldMkLst>
          <pc:docMk/>
          <pc:sldMk cId="1949469041" sldId="266"/>
        </pc:sldMkLst>
        <pc:spChg chg="mod">
          <ac:chgData name="Yu-Ting Liu" userId="6120079ba63ac9bf" providerId="LiveId" clId="{FE1D69F3-B300-44C4-9102-29EFCFF60099}" dt="2025-12-02T23:13:15.260" v="372" actId="20577"/>
          <ac:spMkLst>
            <pc:docMk/>
            <pc:sldMk cId="1949469041" sldId="266"/>
            <ac:spMk id="3" creationId="{A3B7EE2E-EF3E-8C82-49F3-05EF11C73C40}"/>
          </ac:spMkLst>
        </pc:spChg>
      </pc:sldChg>
      <pc:sldChg chg="delSp modSp new mod">
        <pc:chgData name="Yu-Ting Liu" userId="6120079ba63ac9bf" providerId="LiveId" clId="{FE1D69F3-B300-44C4-9102-29EFCFF60099}" dt="2025-12-02T22:26:11.964" v="94" actId="1076"/>
        <pc:sldMkLst>
          <pc:docMk/>
          <pc:sldMk cId="1980994751" sldId="267"/>
        </pc:sldMkLst>
        <pc:spChg chg="mod">
          <ac:chgData name="Yu-Ting Liu" userId="6120079ba63ac9bf" providerId="LiveId" clId="{FE1D69F3-B300-44C4-9102-29EFCFF60099}" dt="2025-12-02T22:26:11.964" v="94" actId="1076"/>
          <ac:spMkLst>
            <pc:docMk/>
            <pc:sldMk cId="1980994751" sldId="267"/>
            <ac:spMk id="2" creationId="{3B8A8076-B512-CD2E-27CA-CB43EB555922}"/>
          </ac:spMkLst>
        </pc:spChg>
        <pc:spChg chg="del">
          <ac:chgData name="Yu-Ting Liu" userId="6120079ba63ac9bf" providerId="LiveId" clId="{FE1D69F3-B300-44C4-9102-29EFCFF60099}" dt="2025-12-02T22:25:24.058" v="14" actId="478"/>
          <ac:spMkLst>
            <pc:docMk/>
            <pc:sldMk cId="1980994751" sldId="267"/>
            <ac:spMk id="3" creationId="{4FBCAABD-9633-6FBC-6D0D-12912419D39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7D5FAE-AC9F-4FDC-A230-9E62E76DB5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AEFE5F-B890-44A4-918D-2AA963024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85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EFE5F-B890-44A4-918D-2AA963024E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32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EFE5F-B890-44A4-918D-2AA963024E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55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EFE5F-B890-44A4-918D-2AA963024E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644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EFE5F-B890-44A4-918D-2AA963024E8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29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EFE5F-B890-44A4-918D-2AA963024E8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91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EFE5F-B890-44A4-918D-2AA963024E8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680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EFE5F-B890-44A4-918D-2AA963024E8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974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EFE5F-B890-44A4-918D-2AA963024E8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47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EFE5F-B890-44A4-918D-2AA963024E8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74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EFE5F-B890-44A4-918D-2AA963024E8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89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BCEC8-4D91-A7E3-A9AE-56777F6BD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660468-728E-3D0A-DCC9-424B1C36B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8ECCB-F802-7C3E-0602-8B9EE8B66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9541-B1D3-469B-BA26-8BF244C470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EB421-1900-1CA8-0BC2-196C8FDA2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AAFD0-6A1F-D13C-A9B2-482C05E4B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915A-48D8-4A4A-9E28-D6C17BBF9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8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46867-A00A-5972-D8BE-B178DB44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61F5A-B41A-F036-937C-0D19E0A78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CE9E0-88D7-600F-F0BA-CA2DF589A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9541-B1D3-469B-BA26-8BF244C470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E037A-C4C2-66DF-156F-A8E333605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1B9CA-B1F1-0601-19B8-C609ACB1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915A-48D8-4A4A-9E28-D6C17BBF9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29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FDF77-C3B9-F319-DE8D-8AAD6821A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247F4-1C12-B29B-6450-958EAFB42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5E375-7804-6257-94AB-0B2B3C847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9541-B1D3-469B-BA26-8BF244C470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F6D49-6AC7-FA9E-851F-927279F18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432F3-ACE0-E3FC-B4A4-9D2A6A1E8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915A-48D8-4A4A-9E28-D6C17BBF9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25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DFF95-E8B6-381B-35D9-8B296D89B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F95A7-65F4-BB0C-94FF-0BE5D6B28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C093F-9B43-E673-9673-BE0D76A1A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073D5-01C0-2741-5E69-BE5FAF94D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9541-B1D3-469B-BA26-8BF244C470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5FE35-D487-9442-79BA-5CFB81F94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87001-8AC5-D94C-8ED3-376D68AB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915A-48D8-4A4A-9E28-D6C17BBF9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00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CA098-AF3C-163F-9107-C03F9F333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4F675-FF44-55DB-105A-13D311CAD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9FE04-1720-AC9B-0ADF-50717583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97A06E-B170-2552-DEF7-245AB7B997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7E5CD-6BB8-018C-7773-F571BA62A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F31EBD-6C26-E6E5-5887-B5FB0FAB7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9541-B1D3-469B-BA26-8BF244C470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05F45-F6E6-DA1D-7312-58ED746C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34CD73-BAD1-45C0-AEB5-5D7E08731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915A-48D8-4A4A-9E28-D6C17BBF9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2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2F592-2E73-BBBD-8160-3D2CC4C75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881A32-C04C-E914-49A6-CC595FB68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9541-B1D3-469B-BA26-8BF244C470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0D95C-7066-ADE4-FFA2-EF6B742F4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DE9A3-479D-CEF5-CC95-6E4703F09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915A-48D8-4A4A-9E28-D6C17BBF9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95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6AEDEC-9372-2EA7-801B-CC2B20592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9541-B1D3-469B-BA26-8BF244C470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43A9DE-FF88-EF64-F9A3-D79FCF42E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4CB89-3B57-9571-3717-8C3278E2E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915A-48D8-4A4A-9E28-D6C17BBF9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38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0DE87-CEC9-7D5E-41F3-A7C93ACC9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DFD7-B869-97FE-C154-7B007C374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A38B1-2D76-4276-B66D-FB531077D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3E21E-C2C5-04AB-B0B7-2F82712EF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9541-B1D3-469B-BA26-8BF244C470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5F990-CB84-2FA9-21A0-28FC24F0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C7057-22A5-752F-1DDF-574F6A0DE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915A-48D8-4A4A-9E28-D6C17BBF9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313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F70E9-4D8C-BA2D-A413-E1F909626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29CA9F-9551-CE85-DC58-5AB7E0BB97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55D2C-1B30-9AA4-6B92-BD44449CD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84885-B898-2787-9788-C802FFA3F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9541-B1D3-469B-BA26-8BF244C470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22E91-4E33-44D1-05F1-E662E67A9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27875-4EF3-07A9-D7AE-8348CF0B6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915A-48D8-4A4A-9E28-D6C17BBF9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05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57788-C632-B6F3-4C3B-CD04F8BFE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17AA0-8D84-0BE1-555E-2281C9737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26411-319F-01D6-AA21-7B5C10034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9541-B1D3-469B-BA26-8BF244C470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51A7F-B55A-06E7-F823-4FC7E8C1E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4F273-013E-C961-E2BC-DDE232B4B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915A-48D8-4A4A-9E28-D6C17BBF9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72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2939F8-C5CA-FB38-F37E-6C423358D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009CC-5BB7-B997-72D6-7CBF39917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BDB3A-867B-9C29-3F64-B1BDF4B08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9541-B1D3-469B-BA26-8BF244C470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13E5E-72B2-44C1-35A2-EA4F605A5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30E2D-9C10-5A04-2D3A-57700B23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915A-48D8-4A4A-9E28-D6C17BBF9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131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472A12-7AA8-5E0B-E05F-54439E195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E96E2-BB47-E03E-5738-057BEB029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DE88D-C8EB-E6D1-C5E8-590662C929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69541-B1D3-469B-BA26-8BF244C470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777AC-D362-45CE-6F0D-17D088EE20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85D0B-2E3A-4BD3-6A25-46F0CAED7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E915A-48D8-4A4A-9E28-D6C17BBF9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60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72A7-1FCC-29EB-B1DA-23B4DE7AD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976" y="2153151"/>
            <a:ext cx="11334045" cy="1657813"/>
          </a:xfrm>
        </p:spPr>
        <p:txBody>
          <a:bodyPr>
            <a:normAutofit fontScale="90000"/>
          </a:bodyPr>
          <a:lstStyle/>
          <a:p>
            <a:r>
              <a:rPr lang="en-US" dirty="0"/>
              <a:t>Exploring Medicare Hospital Spending</a:t>
            </a:r>
            <a:br>
              <a:rPr lang="en-US" dirty="0"/>
            </a:br>
            <a:r>
              <a:rPr lang="en-US" dirty="0"/>
              <a:t>and Quality in the Upper Midwest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2F820-93B4-BD09-AEFA-DB833BA22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219294"/>
            <a:ext cx="9144000" cy="1655762"/>
          </a:xfrm>
        </p:spPr>
        <p:txBody>
          <a:bodyPr/>
          <a:lstStyle/>
          <a:p>
            <a:r>
              <a:rPr lang="en-US" dirty="0"/>
              <a:t>CIS 671 Final Project</a:t>
            </a:r>
          </a:p>
          <a:p>
            <a:r>
              <a:rPr lang="en-US" dirty="0"/>
              <a:t>Yu-Ting Liu</a:t>
            </a:r>
          </a:p>
        </p:txBody>
      </p:sp>
    </p:spTree>
    <p:extLst>
      <p:ext uri="{BB962C8B-B14F-4D97-AF65-F5344CB8AC3E}">
        <p14:creationId xmlns:p14="http://schemas.microsoft.com/office/powerpoint/2010/main" val="1706734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50C3-4F79-38D1-5FE5-1C4F0618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and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3C173-19EC-C09F-AF2A-A5F361CD1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User: insurers/healthcare consultants</a:t>
            </a:r>
          </a:p>
          <a:p>
            <a:r>
              <a:rPr lang="en-US" dirty="0"/>
              <a:t>High-spend, high-inpatient volume counties</a:t>
            </a:r>
          </a:p>
          <a:p>
            <a:r>
              <a:rPr lang="en-US" dirty="0"/>
              <a:t>Hospital stars vs market spend</a:t>
            </a:r>
          </a:p>
          <a:p>
            <a:r>
              <a:rPr lang="en-US" dirty="0"/>
              <a:t>Top DRGs by inpatient volume</a:t>
            </a:r>
          </a:p>
          <a:p>
            <a:r>
              <a:rPr lang="en-US" dirty="0"/>
              <a:t>Michigan vs neighbors’ spending</a:t>
            </a:r>
          </a:p>
        </p:txBody>
      </p:sp>
    </p:spTree>
    <p:extLst>
      <p:ext uri="{BB962C8B-B14F-4D97-AF65-F5344CB8AC3E}">
        <p14:creationId xmlns:p14="http://schemas.microsoft.com/office/powerpoint/2010/main" val="106206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467BE-71C4-C70F-AABE-FB1D9B6F8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779FB-8EBE-FE5C-C55C-DB060D6B6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CMS</a:t>
            </a:r>
            <a:r>
              <a:rPr lang="en-US" dirty="0"/>
              <a:t> (Centers for Medicare &amp; Medicaid Services )</a:t>
            </a:r>
          </a:p>
          <a:p>
            <a:r>
              <a:rPr lang="en-US" dirty="0"/>
              <a:t>Medicare Geographic Variation Public Use (2023)</a:t>
            </a:r>
          </a:p>
          <a:p>
            <a:r>
              <a:rPr lang="en-US" dirty="0"/>
              <a:t>Hospital General Information (2025)</a:t>
            </a:r>
          </a:p>
          <a:p>
            <a:r>
              <a:rPr lang="en-US" dirty="0"/>
              <a:t>Medicare Inpatient Hospitals by Provider and Service (2023)</a:t>
            </a:r>
          </a:p>
          <a:p>
            <a:r>
              <a:rPr lang="en-US" dirty="0"/>
              <a:t>US Census county shape (2023)</a:t>
            </a:r>
          </a:p>
        </p:txBody>
      </p:sp>
    </p:spTree>
    <p:extLst>
      <p:ext uri="{BB962C8B-B14F-4D97-AF65-F5344CB8AC3E}">
        <p14:creationId xmlns:p14="http://schemas.microsoft.com/office/powerpoint/2010/main" val="1923343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129F7-A8EE-309A-A115-AE6F08392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Processing and Derived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50793-729A-B1A0-8ED9-7BBEB5E0C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Region:</a:t>
            </a:r>
            <a:r>
              <a:rPr lang="it-IT" dirty="0"/>
              <a:t> MI, OH, IN, IL, WI</a:t>
            </a:r>
          </a:p>
          <a:p>
            <a:r>
              <a:rPr lang="en-US" b="1" dirty="0"/>
              <a:t>Tools:</a:t>
            </a:r>
            <a:r>
              <a:rPr lang="en-US" dirty="0"/>
              <a:t> Python, </a:t>
            </a:r>
            <a:r>
              <a:rPr lang="en-US" dirty="0" err="1"/>
              <a:t>GeoPandas</a:t>
            </a:r>
            <a:r>
              <a:rPr lang="en-US" dirty="0"/>
              <a:t>, Observable</a:t>
            </a:r>
          </a:p>
          <a:p>
            <a:r>
              <a:rPr lang="en-US" dirty="0"/>
              <a:t>Link hospitals to counties via FIPS</a:t>
            </a:r>
          </a:p>
          <a:p>
            <a:r>
              <a:rPr lang="en-US" dirty="0"/>
              <a:t>County metrics: bed-weighted stars, </a:t>
            </a:r>
            <a:r>
              <a:rPr lang="en-US" dirty="0" err="1"/>
              <a:t>z_spend</a:t>
            </a:r>
            <a:endParaRPr lang="en-US" dirty="0"/>
          </a:p>
          <a:p>
            <a:r>
              <a:rPr lang="en-US" dirty="0"/>
              <a:t>DRG metrics: top-5, HHI, payments, Med/Surg mix</a:t>
            </a:r>
          </a:p>
          <a:p>
            <a:r>
              <a:rPr lang="en-US" dirty="0"/>
              <a:t>County ranking: </a:t>
            </a:r>
            <a:r>
              <a:rPr lang="en-US" dirty="0" err="1"/>
              <a:t>beds_sum</a:t>
            </a:r>
            <a:r>
              <a:rPr lang="en-US" dirty="0"/>
              <a:t> and </a:t>
            </a:r>
            <a:r>
              <a:rPr lang="en-US" dirty="0" err="1"/>
              <a:t>discharges_sum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029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2194A-858D-6971-DCEF-BE0E3001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Dashboard Layout</a:t>
            </a:r>
          </a:p>
        </p:txBody>
      </p:sp>
      <p:pic>
        <p:nvPicPr>
          <p:cNvPr id="7" name="Content Placeholder 6" descr="A screenshot of a graph&#10;&#10;AI-generated content may be incorrect.">
            <a:extLst>
              <a:ext uri="{FF2B5EF4-FFF2-40B4-BE49-F238E27FC236}">
                <a16:creationId xmlns:a16="http://schemas.microsoft.com/office/drawing/2014/main" id="{A771DEEC-6660-328C-190F-8656D4B3FB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295" y="1267455"/>
            <a:ext cx="6898118" cy="5590545"/>
          </a:xfrm>
        </p:spPr>
      </p:pic>
    </p:spTree>
    <p:extLst>
      <p:ext uri="{BB962C8B-B14F-4D97-AF65-F5344CB8AC3E}">
        <p14:creationId xmlns:p14="http://schemas.microsoft.com/office/powerpoint/2010/main" val="750337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221EC-0E39-569B-8294-7CE4B486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of Top Counties per State by Discharges</a:t>
            </a:r>
          </a:p>
        </p:txBody>
      </p:sp>
      <p:pic>
        <p:nvPicPr>
          <p:cNvPr id="5" name="Content Placeholder 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EABAEA27-CC9E-A7D7-A8BD-2E6AECD68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435" y="1445285"/>
            <a:ext cx="6095048" cy="4938153"/>
          </a:xfrm>
        </p:spPr>
      </p:pic>
    </p:spTree>
    <p:extLst>
      <p:ext uri="{BB962C8B-B14F-4D97-AF65-F5344CB8AC3E}">
        <p14:creationId xmlns:p14="http://schemas.microsoft.com/office/powerpoint/2010/main" val="1507074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A51B8-6CE1-0D1D-B7D6-6CDE0E0DA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Hospital Quality versus Market Spending</a:t>
            </a:r>
          </a:p>
        </p:txBody>
      </p:sp>
      <p:pic>
        <p:nvPicPr>
          <p:cNvPr id="7" name="Content Placeholder 6" descr="A graph of a number of companies&#10;&#10;AI-generated content may be incorrect.">
            <a:extLst>
              <a:ext uri="{FF2B5EF4-FFF2-40B4-BE49-F238E27FC236}">
                <a16:creationId xmlns:a16="http://schemas.microsoft.com/office/drawing/2014/main" id="{4BAB8D84-16C7-87E8-2858-8A69EC5E2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134" y="1844377"/>
            <a:ext cx="6153731" cy="4054704"/>
          </a:xfrm>
        </p:spPr>
      </p:pic>
    </p:spTree>
    <p:extLst>
      <p:ext uri="{BB962C8B-B14F-4D97-AF65-F5344CB8AC3E}">
        <p14:creationId xmlns:p14="http://schemas.microsoft.com/office/powerpoint/2010/main" val="3223932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549F2-29F6-1135-0B3E-41F5AE2AD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Hospital Service Mix: Top 5 DRGs</a:t>
            </a:r>
          </a:p>
        </p:txBody>
      </p:sp>
      <p:pic>
        <p:nvPicPr>
          <p:cNvPr id="5" name="Content Placeholder 4" descr="A graph of blue squares&#10;&#10;AI-generated content may be incorrect.">
            <a:extLst>
              <a:ext uri="{FF2B5EF4-FFF2-40B4-BE49-F238E27FC236}">
                <a16:creationId xmlns:a16="http://schemas.microsoft.com/office/drawing/2014/main" id="{0A810896-0231-D9F0-A232-3BEE17598F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157" y="1505493"/>
            <a:ext cx="6382143" cy="5167312"/>
          </a:xfrm>
        </p:spPr>
      </p:pic>
    </p:spTree>
    <p:extLst>
      <p:ext uri="{BB962C8B-B14F-4D97-AF65-F5344CB8AC3E}">
        <p14:creationId xmlns:p14="http://schemas.microsoft.com/office/powerpoint/2010/main" val="3023268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AD5E6-C4E1-37E5-080F-72954314B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Level Benchmarking</a:t>
            </a:r>
          </a:p>
        </p:txBody>
      </p:sp>
      <p:pic>
        <p:nvPicPr>
          <p:cNvPr id="5" name="Content Placeholder 4" descr="A graph of a number of states ranking&#10;&#10;AI-generated content may be incorrect.">
            <a:extLst>
              <a:ext uri="{FF2B5EF4-FFF2-40B4-BE49-F238E27FC236}">
                <a16:creationId xmlns:a16="http://schemas.microsoft.com/office/drawing/2014/main" id="{5278D861-B222-7B99-3C1A-6B4B086A3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068" y="1886222"/>
            <a:ext cx="5805864" cy="4308618"/>
          </a:xfrm>
        </p:spPr>
      </p:pic>
    </p:spTree>
    <p:extLst>
      <p:ext uri="{BB962C8B-B14F-4D97-AF65-F5344CB8AC3E}">
        <p14:creationId xmlns:p14="http://schemas.microsoft.com/office/powerpoint/2010/main" val="1917936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1B21D-A631-8E2D-4F49-B241394D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from the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3A802-D293-AF46-CA21-9B7AA52D4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80899" cy="4667250"/>
          </a:xfrm>
        </p:spPr>
        <p:txBody>
          <a:bodyPr>
            <a:normAutofit/>
          </a:bodyPr>
          <a:lstStyle/>
          <a:p>
            <a:r>
              <a:rPr lang="en-US" dirty="0"/>
              <a:t>High-spend, high-discharge counties cluster around major metros.</a:t>
            </a:r>
          </a:p>
          <a:p>
            <a:endParaRPr lang="en-US" dirty="0"/>
          </a:p>
          <a:p>
            <a:r>
              <a:rPr lang="en-US" dirty="0"/>
              <a:t>Some markets: high spending, mostly low-star hospitals.</a:t>
            </a:r>
          </a:p>
          <a:p>
            <a:endParaRPr lang="en-US" dirty="0"/>
          </a:p>
          <a:p>
            <a:r>
              <a:rPr lang="en-US" dirty="0"/>
              <a:t>Inpatient volume concentrates in a few high-impact DRGs.</a:t>
            </a:r>
          </a:p>
          <a:p>
            <a:endParaRPr lang="en-US" dirty="0"/>
          </a:p>
          <a:p>
            <a:r>
              <a:rPr lang="en-US" dirty="0"/>
              <a:t>Michigan’s average spending sits mid-range among five states.</a:t>
            </a:r>
          </a:p>
        </p:txBody>
      </p:sp>
    </p:spTree>
    <p:extLst>
      <p:ext uri="{BB962C8B-B14F-4D97-AF65-F5344CB8AC3E}">
        <p14:creationId xmlns:p14="http://schemas.microsoft.com/office/powerpoint/2010/main" val="4025585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8245-9FE0-1605-0D86-32BB75539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Future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7EE2E-EF3E-8C82-49F3-05EF11C73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County-level spend ≠ hospital efficiency</a:t>
            </a:r>
          </a:p>
          <a:p>
            <a:r>
              <a:rPr lang="en-US" dirty="0"/>
              <a:t>Star ratings are a limited quality proxy</a:t>
            </a:r>
          </a:p>
          <a:p>
            <a:r>
              <a:rPr lang="en-US" dirty="0"/>
              <a:t>Only one year, Medicare-only data</a:t>
            </a:r>
          </a:p>
          <a:p>
            <a:r>
              <a:rPr lang="en-US" dirty="0"/>
              <a:t>Add readmission, mortality, and post-acute metrics</a:t>
            </a:r>
          </a:p>
          <a:p>
            <a:r>
              <a:rPr lang="en-US" dirty="0"/>
              <a:t>Add diagnosis filters, hospital comparisons</a:t>
            </a:r>
          </a:p>
        </p:txBody>
      </p:sp>
    </p:spTree>
    <p:extLst>
      <p:ext uri="{BB962C8B-B14F-4D97-AF65-F5344CB8AC3E}">
        <p14:creationId xmlns:p14="http://schemas.microsoft.com/office/powerpoint/2010/main" val="1949469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A8076-B512-CD2E-27CA-CB43EB555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you! </a:t>
            </a:r>
          </a:p>
        </p:txBody>
      </p:sp>
    </p:spTree>
    <p:extLst>
      <p:ext uri="{BB962C8B-B14F-4D97-AF65-F5344CB8AC3E}">
        <p14:creationId xmlns:p14="http://schemas.microsoft.com/office/powerpoint/2010/main" val="1980994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265</Words>
  <Application>Microsoft Office PowerPoint</Application>
  <PresentationFormat>Widescreen</PresentationFormat>
  <Paragraphs>52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Exploring Medicare Hospital Spending and Quality in the Upper Midwest</vt:lpstr>
      <vt:lpstr>Motivation and Tasks</vt:lpstr>
      <vt:lpstr>Data Sources</vt:lpstr>
      <vt:lpstr>Data Processing and Derived Measures</vt:lpstr>
      <vt:lpstr>Interactive Dashboard Layout</vt:lpstr>
      <vt:lpstr>Map of Top Counties per State by Discharges</vt:lpstr>
      <vt:lpstr>Hospital Quality versus Market Spending</vt:lpstr>
      <vt:lpstr>Hospital Service Mix: Top 5 DRGs</vt:lpstr>
      <vt:lpstr>State Level Benchmarking</vt:lpstr>
      <vt:lpstr>Insights from the Dashboard</vt:lpstr>
      <vt:lpstr>Limitations and Future Extensions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Yu-Ting Liu</dc:creator>
  <cp:lastModifiedBy>Yu-Ting Liu</cp:lastModifiedBy>
  <cp:revision>1</cp:revision>
  <dcterms:created xsi:type="dcterms:W3CDTF">2025-12-02T21:52:06Z</dcterms:created>
  <dcterms:modified xsi:type="dcterms:W3CDTF">2025-12-03T22:32:34Z</dcterms:modified>
</cp:coreProperties>
</file>